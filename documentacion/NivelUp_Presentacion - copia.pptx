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0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3474720"/>
            <a:ext cx="6400800" cy="6400800"/>
          </a:xfrm>
          <a:prstGeom prst="ellipse">
            <a:avLst/>
          </a:prstGeom>
          <a:solidFill>
            <a:srgbClr val="FF4FA3">
              <a:alpha val="1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548640"/>
            <a:ext cx="146304" cy="146304"/>
          </a:xfrm>
          <a:prstGeom prst="ellipse">
            <a:avLst/>
          </a:prstGeom>
          <a:solidFill>
            <a:srgbClr val="FF4FA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548640"/>
            <a:ext cx="146304" cy="146304"/>
          </a:xfrm>
          <a:prstGeom prst="ellipse">
            <a:avLst/>
          </a:prstGeom>
          <a:solidFill>
            <a:srgbClr val="F7C94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80160" y="548640"/>
            <a:ext cx="146304" cy="146304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nivelup — deploy@ubuntu:~$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INVESTIGATIVO · SISTEMAS OPERATIVOS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NivelUp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21792" y="3246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despliegue de un sitio web dinámico sobre una pila LAMP en Ubuntu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" y="3794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NivelUp — taller y tienda de computadores para videojuegos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617720"/>
            <a:ext cx="10972800" cy="1600200"/>
          </a:xfrm>
          <a:prstGeom prst="roundRect">
            <a:avLst>
              <a:gd name="adj" fmla="val 5714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7731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— SEDE ESMERALDAS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0566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Desarrollo de Software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687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Farías Estupiñán  ·  Piero García Olivo  ·  Anelys Penélope Valencia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5687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Chrisbel Paulette Simisterra Batallas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INVESTIGACIÓN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nos propusimos lograr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poner en marcha una página web dinámica y adaptable usando una pila LAMP en un servidor Ubuntu, aplicando administración de procesos, usuarios, permisos y conexión remota segura.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310896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9535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con claridad el contenido estático del contenido dinámico almacenado en MySQL.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95935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8039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funcionalidades interactivas (responsivo, modo claro/oscuro, carrusel, galería, validación) sin frameworks externos.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80974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6542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host virtual de Apache que conviva con los servicios ya existentes en el servidor.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880360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19088" y="310896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9535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permisos de archivos bajo el principio de menor privilegio.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730752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395935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38039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funcionamiento integral de la pila, del navegador a la base de datos.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TEÓRICA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pila LAMP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10312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base. Gestiona memoria, archivos de usuario y archivos del sistema.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03120"/>
            <a:ext cx="822960" cy="822960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web. Lee solicitudes HTTP desde un puerto TCP y decide qué recurso enviar.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2103120"/>
            <a:ext cx="822960" cy="8229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base de datos. Mantiene el almacenamiento de forma permanente y estructurada.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04120" y="2103120"/>
            <a:ext cx="822960" cy="822960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3726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del lado del servidor. Genera HTML dinámico y conecta Apache con MySQL.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nunca recibe el script PHP: Apache lo envía al intérprete y devuelve HTML ya formado. El código fuente y las claves de la base de datos permanecen siempre en el servidor.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TEÓRICA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Convivencia, permisos y acceso seguro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90572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947672"/>
            <a:ext cx="2743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Hosts virtuales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34840" y="1947672"/>
            <a:ext cx="7040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servidor puede alojar varios sitios. La discriminación se hace por dominio o, como en este proyecto, por número de puerto — sin necesitar un servidor de nombres local. Cada sitio conserva su propio directorio, configuración y registros.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909060"/>
            <a:ext cx="402336" cy="40233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3566160"/>
            <a:ext cx="2743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POSIX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3566160"/>
            <a:ext cx="7040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tiene propietario, grupo y permisos de lectura/escritura/ejecución. Apache corre como la cuenta restringida www-data, no como superusuario: se le otorga solo lo necesario para leer, nunca para modificar.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5527548"/>
            <a:ext cx="402336" cy="40233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5184648"/>
            <a:ext cx="2743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y firewall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34840" y="5184648"/>
            <a:ext cx="7040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cifra la autenticación y toda la sesión; se recomienda autenticación por par de claves y deshabilitar el acceso remoto de root. UFW filtra el tráfico con una política de negar todo por defecto.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de despliegue y arquitectura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VERIFICADO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612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22.04.5 LTS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706624"/>
            <a:ext cx="5120640" cy="402336"/>
          </a:xfrm>
          <a:prstGeom prst="rect">
            <a:avLst/>
          </a:prstGeom>
          <a:solidFill>
            <a:srgbClr val="22254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734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7340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2.4.52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3136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8.0.46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11296"/>
            <a:ext cx="5120640" cy="402336"/>
          </a:xfrm>
          <a:prstGeom prst="rect">
            <a:avLst/>
          </a:prstGeom>
          <a:solidFill>
            <a:srgbClr val="22254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8.1.2 + php-mysql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41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39410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puerto 22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315968"/>
            <a:ext cx="5120640" cy="402336"/>
          </a:xfrm>
          <a:prstGeom prst="rect">
            <a:avLst/>
          </a:prstGeom>
          <a:solidFill>
            <a:srgbClr val="2225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sitio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/var/www/nivelup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745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del sitio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47457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APLICACIÓN PHP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header.php / footer.php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615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y pie de página incluidos con require_once en todas las vistas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3072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funciones.php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328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comunes y datos que cambian poco (servicios, FAQ)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37856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785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db.php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y consultas a la base de datos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449884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4498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config.php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acceso, aisladas por seguridad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46520" y="5212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páginas + includes/, css/, js/, img/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5468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sección por archivo — fácil de repartir y mantener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registros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categoría, descripción, precio e indicador destacado del catálogo.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4FA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registros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publicaciones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identificador, resumen, contenido, autor y fecha de cada entrada del blog.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5D07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3017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del formulario de contacto: fecha, hora y dirección IP de origen.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MENOR PRIVILEGIO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de base de datos exclusivo para la app, con permisos limitados a consultar y agregar en el esquema de NivelUp, sin acceso al esquema de WordPress. Las declaraciones preparadas mantienen las instrucciones SQL separadas de los datos ingresados por el usuario, previniendo inyección SQL.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en siete etapas verificadas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Transferencia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-r site → /tmp por canal SSH cifrado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/var/www/nivelup, fuera del árbol de WordPress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4224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 y permisos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64224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daniel_farias:www-data · 750 dirs / 640 archivos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97696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0576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 BD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80576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SQL: usuario, 3 tablas y datos iniciales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virtual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8080, directorio raíz y reglas de seguridad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37947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47872" y="39776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5478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47872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Habilitar y probar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547872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apache2ctl configtest → systemctl reload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37947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64224" y="3977640"/>
            <a:ext cx="457200" cy="457200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37" name="Text 35"/>
          <p:cNvSpPr/>
          <p:nvPr/>
        </p:nvSpPr>
        <p:spPr>
          <a:xfrm>
            <a:off x="636422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364224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Comprobación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364224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sirve 80 y 8080 de forma simultánea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de endurecimiento del servidor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90572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-Indexes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listar el contenido de un directorio sin archivo índice.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290572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all denied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el acceso directo al directorio includes/ con las credenciales.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26180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3558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ServerSignature 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la versión de Apache y del sistema operativo en páginas de error.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1868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726180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3558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Registros independientes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7216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error y acceso separados de los de WordPress.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161788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79145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por llaves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15721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de root deshabilitado; se exige clave privada.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54296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5161788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79145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por defecto denegado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515721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abren los puertos necesarios para SSH y el sitio.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del despliegue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de Apache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y 8080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en escucha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desplegados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8972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coexistentes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creadas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52044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iniciales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/ 640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5508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dir. / archivo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8972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Operativo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8972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previo (WordPress)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integral: del navegador a la base de 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57300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573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completa el formulario de contacto; JS valida en el cliente.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2888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70632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79292" y="2194560"/>
            <a:ext cx="548640" cy="548640"/>
          </a:xfrm>
          <a:prstGeom prst="ellipse">
            <a:avLst/>
          </a:prstGeom>
          <a:solidFill>
            <a:srgbClr val="FF4FA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7929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07792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7792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 HTTP y la enruta al intérprete PHP.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92624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701284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70128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9784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9784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validar en el servidor y prepara la consulta.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76872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14616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3276" y="2194560"/>
            <a:ext cx="548640" cy="548640"/>
          </a:xfrm>
          <a:prstGeom prst="ellipse">
            <a:avLst/>
          </a:prstGeom>
          <a:solidFill>
            <a:srgbClr val="FF4FA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2327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51776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51776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mensaje en nivelup.mensajes.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98864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36608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145268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4526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573768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73768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consulta la tabla de forma remota para confirmar el registro.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11109960" cy="1463040"/>
          </a:xfrm>
          <a:prstGeom prst="roundRect">
            <a:avLst>
              <a:gd name="adj" fmla="val 6250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CONFIRMADO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8646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nombre, asunto, enviado_en FROM nivelup.mensajes; devolvió el registro esperado el 7 de agosto de 2026, a las 16:35:04 — confirmando la operación conjunta de Apache, PHP, MySQL y Linux (procesos, permisos y SSH).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de los requisitos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91840" cy="4343400"/>
          </a:xfrm>
          <a:prstGeom prst="roundRect">
            <a:avLst>
              <a:gd name="adj" fmla="val 2778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23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la guía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ofrecidos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17830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36992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936992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en catálogo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405079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4279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114800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de blog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6992" y="405079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36992" y="4279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936992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el sitio — parte 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figs/img-0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38528"/>
            <a:ext cx="5175504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· banner y llamada a la acción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figs/img-00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73368" y="1938528"/>
            <a:ext cx="5175504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· misión, visión y valores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2" descr="figs/img-013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68" y="4361688"/>
            <a:ext cx="5175504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· seis servicios del taller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3" descr="figs/img-005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3368" y="4361688"/>
            <a:ext cx="5175504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· ocho productos filtrables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el sitio — parte 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figs/img-0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38528"/>
            <a:ext cx="5175504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· interactiva, filtrable por categoría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figs/img-007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73368" y="1938528"/>
            <a:ext cx="5175504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· cinco publicaciones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2" descr="figs/img-00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68" y="4361688"/>
            <a:ext cx="5175504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 · acordeón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3" descr="figs/img-009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3368" y="4361688"/>
            <a:ext cx="5175504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· formulario y mapa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 y limitaciones actuales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Ubuntu Server (sin entorno gráfico)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26664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953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la IP también en el router, por dirección MAC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5753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cifrado TLS al sitio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70248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7280" y="4197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el servicio Telnet heredado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4818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marcadores provisionales por material final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513832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5440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arquitectura y respaldos periódicos de MySQL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ACTUALES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2404872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20840" y="23317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edición escritorio, no servidor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026664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20840" y="295351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panel de administración: el contenido se actualiza recargando el script 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3648456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7530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por HTTP sin cifrar (falta TLS)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4270248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1970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Telnet activo, heredado de una tarea anterior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4892040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8188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gráficos finales aún en reemplazo (placeholders)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objetivos del proyecto se lograron: NivelUp quedó instalado y funcionando sobre una pila LAMP en Ubuntu, con todas las secciones y funcionalidades requeridas.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host virtual por puerto permitió sumar el nuevo sitio a un servidor ya en producción, sin afectar los servicios existentes (WordPress incluido).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20624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del sistema de archivos resultaron tan determinantes como el código: un descuido ahí habría impedido que Apache sirviera el sitio.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420624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la estructura del sitio del contenido permitió cambiar el tema del proyecto (de ciberseguridad a taller de computadoras) sin tocar el código ni el despliegue.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74720"/>
            <a:ext cx="6400800" cy="6400800"/>
          </a:xfrm>
          <a:prstGeom prst="ellipse">
            <a:avLst/>
          </a:prstGeom>
          <a:solidFill>
            <a:srgbClr val="FF4FA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21792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sobre NivelUp y su despliegue en LAMP?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2062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Geovanny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y despliegue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42062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Piero García Olivo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contenido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42062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Anelys Penélope Valencia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maquetación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PUCE Esmeraldas · Agosto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1471</Words>
  <Application>Microsoft Office PowerPoint</Application>
  <PresentationFormat>Panorámica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Geovanny Daniel Farias Estupinan</cp:lastModifiedBy>
  <cp:revision>1</cp:revision>
  <dcterms:created xsi:type="dcterms:W3CDTF">2026-08-07T21:32:40Z</dcterms:created>
  <dcterms:modified xsi:type="dcterms:W3CDTF">2026-08-08T03:34:37Z</dcterms:modified>
</cp:coreProperties>
</file>